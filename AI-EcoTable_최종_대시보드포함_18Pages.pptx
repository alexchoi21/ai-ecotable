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AI-EcoTable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1F8E9"/>
                </a:solidFill>
              </a:defRPr>
            </a:pPr>
            <a:r>
              <a:t>공공데이터와 AI를 활용한 학교 급식 잔반 예측 및 탄소 배출 저감 솔루션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당위성 1: 경제적 손실의 심각성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4572000" cy="25603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194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524억원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전국 학교급식 잔반 처리 비용 (연간)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12121"/>
                </a:solidFill>
              </a:defRPr>
            </a:pPr>
            <a:r>
              <a:t>서울시만 연 68억원 | 3년간 146억원 | 학교당 월평균 63만원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당위성 2: 환경 오염의 심각성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4572000" cy="25603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194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885만톤 CO2e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음식물 쓰레기로 인한 연간 온실가스 배출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12121"/>
                </a:solidFill>
              </a:defRPr>
            </a:pPr>
            <a:r>
              <a:t>1인당 95kg 배출 | 20% 감소 시 177만톤 감축 = 승용차 47만대 배출량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당위성 3: 기존 하드웨어 솔루션의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AI 푸드 스캐너 대당 가격: 수백만 원대 → 전국 도입 불가능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전국 12,000개 학교 도입 시 예상 비용: 수조 원대 인프라 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울주군 천상고등학교 사례: AI 스캐너 도입 후 26.6% 감축 (900명 학생, 2개월 2,600kg)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한계: 설치 공간 제약, 유지보수 비용, 고장 시 대응 지연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당위성 4: AI 기반 해결책의 실증 성공사례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누비랩 AI 푸드스캔: 평균 30% 이상 감축, 최대 45% 감축 사례 존재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예측 기능: 데이터 축적으로 음식 소비량을 미리 예측 → 조리량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실시간 모니터링: 학생 참여도 증대로 자발적 음식물 낭비 감소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확산 가능성: 이미 다수의 학교에서 성과 입증 → AI 솔루션은 검증된 접근법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솔루션 개요: 데이터 중심의 접근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버려진 후 처리하는 것이 아닌, 버려지기 전 예측하여 덜 조리하는 사전 차단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별도의 기기 설치 없이 기존 영양사 PC에서 웹/앱으로 바로 구동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교육부 공공데이터 API를 실시간으로 받아 AI가 분석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목표 설정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4572000" cy="25603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194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잔반 감축 | 30톤 탄소 저감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12121"/>
                </a:solidFill>
              </a:defRPr>
            </a:pPr>
            <a:r>
              <a:t>1년 단위 실증을 통한 정량적 환경 목표 달성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데이터 수집 1: 나이스(NEIS) 식단 정보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나이스 교육정보 개방포털의 급식 식단 API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날짜, 학교별 식단명 및 알레르기 유발 식재료 정보 실시간 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특정 지역에 국한되지 않는 완벽한 범용성 확보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데이터 수집 2: 국가 LCI 데이터베이스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환경부 국가 LCI(생애주기) 데이터베이스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쌀, 소고기, 채소류 등 주요 식재료별 탄소 배출 계수 적용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감축된 식재료량 × LCI 탄소 계수 = 탄소 저감 성과 도출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가공 알고리즘: 1년(4분기) 피드백 루프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Q1: 기준점 도출 (가장 많이 버려지는 메뉴 식별, Baseline 설정)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Q2: 1차 하향 적용 (분석 결과 기반 선제적 조리량 35% 감소 지시)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Q3: 피드백 및 정교화 (소비 패턴 학습으로 65% 감축 가속화)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Q4: 최적화 안정기 (잉여 잔반 최소화 상태 85% 도달)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시뮬레이션 결과 (Q1~Q2)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Q1 기준점: 3개월간 약 7.3톤의 잔반 발생 (채소류 55%, 국류 40% 낭비)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Q2 성과: AI 가이드에 따라 조리량을 낮춤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Q2 감축: 잔반 발생량 4.8톤으로 하락 → 약 2.5톤의 식재료 낭비 방지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시뮬레이션 결과 (Q3~Q4)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4572000" cy="25603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194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최종 감축율 | 1.1톤 (Q4 잔반량)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12121"/>
                </a:solidFill>
              </a:defRPr>
            </a:pPr>
            <a:r>
              <a:t>Q3 65% 감축, Q4 최종 85% 감축 달성 및 시스템 안정화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시각화 대시보드: 탄소 저감 성과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4572000" cy="25603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194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30.9톤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1년 누적 탄소 저감량 (CO2-eq)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12121"/>
                </a:solidFill>
              </a:defRPr>
            </a:pPr>
            <a:r>
              <a:t>소나무 수백 그루를 심는 것과 동일한 환경적 기여도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경제적 효용성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버려지는 식재료 구매 비용 원천 차단 (예산 누수 방지)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음식물 쓰레기 위탁 처리 비용 급감 (월 평균 수십만 원 절약)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절감된 예산은 급식 단가 인상 및 고품질 식재료 구매에 재투자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영양사 맞춤형 AI-EcoTable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기존 업무를 방해하지 않는 직관적인 UI/UX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"오늘 채소류 콩나물무침은 평소 대비 35% 하향 조리를 권장합니다" 실시간 알림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모바일 그린 리포트 기능을 통해 학교장 및 학부모에게 성과 공유 용이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전국 확산 로드맵 및 정책 제언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전국 확산성: 나이스(NEIS) 표준 개방 데이터로 모든 학교에 즉시 연동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비용 효율성: 인프라 설치 비용 Zero (소프트웨어 방식)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정책 제언: 교육부 차원의 "데이터 기반 탄소 중립 급식 지수" 신설 제안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데이터 과학으로 시작하는 탄소 중립 학교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1F8E9"/>
                </a:solidFill>
              </a:defRPr>
            </a:pPr>
            <a:r>
              <a:t>AI-EcoTable: 1년의 실증을 거친 완성형 데이터 기반 솔루션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대시보드 UI: Google Stitch 기반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5029200"/>
          </a:xfrm>
          <a:prstGeom prst="rect">
            <a:avLst/>
          </a:prstGeom>
          <a:solidFill>
            <a:srgbClr val="21212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오늘의 권장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통계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설정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371600"/>
            <a:ext cx="6217920" cy="5029200"/>
          </a:xfrm>
          <a:prstGeom prst="rect">
            <a:avLst/>
          </a:prstGeom>
          <a:solidFill>
            <a:srgbClr val="F5F8FA"/>
          </a:solidFill>
          <a:ln w="254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64592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오늘의 조리량 가이드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286000"/>
            <a:ext cx="2743200" cy="109728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37744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35% 감축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175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CDCDC"/>
                </a:solidFill>
              </a:defRPr>
            </a:pPr>
            <a:r>
              <a:t>조리량 감축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2286000"/>
            <a:ext cx="2103120" cy="109728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237744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2.5톤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017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8C878"/>
                </a:solidFill>
              </a:defRPr>
            </a:pPr>
            <a:r>
              <a:t>탄소 저감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65760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📋 오늘의 권장 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1148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🥬 콩나물무침: 35% ↓ (평소 2kg → 1.3kg)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6634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🍜 김치국: 20% ↓ (평소 5L → 4L)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120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🍚 밥: 정상량 유지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